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word/document.xml" ContentType="application/vnd.openxmlformats-officedocument.wordprocessingml.document.main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word/document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B"/>
    <p:sldId id="257" r:id="rIdA"/>
  </p:sldIdLst>
</p:presentation>
</file>

<file path=ppt/_rels/presentation.xml.rels><?xml version="1.0" encoding="UTF-8" standalone="yes"?>
<Relationships xmlns="http://schemas.openxmlformats.org/package/2006/relationships">
<Relationship Id="rIdA" Type="http://schemas.openxmlformats.org/officeDocument/2006/relationships/slide" Target="slides/slide1.xml"/>
<Relationship Id="rIdB" Type="http://schemas.openxmlformats.org/officeDocument/2006/relationships/slide" Target="slides/slide2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Escalation path</a:t>
            </a:r>
          </a:p>
          <a:p>
            <a:r>
              <a:t>A failed renewal must be escalated to the duty manager within one hour.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Certificate policy overview</a:t>
            </a:r>
          </a:p>
          <a:p>
            <a:r>
              <a:t>Every production certificate must be renewed thirty days before expiry.</a:t>
            </a:r>
          </a:p>
        </p:txBody>
      </p:sp>
    </p:spTree>
  </p:cSld>
</p:sld>
</file>